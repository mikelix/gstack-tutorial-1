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GSTACK TUTORIAL #1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PLAYBOOK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3375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five deliverables — a reusable session template for Tutorial #2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Retrospective  |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session, five deliverables, three bugs caught before handoff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21031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83464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Delivered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83280" y="18288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210312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283464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3520440" y="3429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Phases Run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17920" y="18288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180" y="210312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17920" y="283464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6355080" y="3429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+ Fixed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9052560" y="18288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9820" y="210312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52560" y="283464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2"/>
          <p:cNvSpPr/>
          <p:nvPr/>
        </p:nvSpPr>
        <p:spPr>
          <a:xfrm>
            <a:off x="9189720" y="3429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(EN + CN)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pipeline (learn → draft → polish → translate → present → document) is now proven and repeatable for any new tutorial topic.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 carried the project from a toy demo to a full training package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1016" y="1874520"/>
            <a:ext cx="640080" cy="640080"/>
          </a:xfrm>
          <a:prstGeom prst="ellipse">
            <a:avLst/>
          </a:prstGeom>
          <a:solidFill>
            <a:srgbClr val="D6E4F0"/>
          </a:solidFill>
          <a:ln/>
        </p:spPr>
      </p:sp>
      <p:sp>
        <p:nvSpPr>
          <p:cNvPr id="5" name="Text 3"/>
          <p:cNvSpPr/>
          <p:nvPr/>
        </p:nvSpPr>
        <p:spPr>
          <a:xfrm>
            <a:off x="127101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gstack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37560"/>
            <a:ext cx="1810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5 AI review roles on a toy project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34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57016" y="1874520"/>
            <a:ext cx="640080" cy="640080"/>
          </a:xfrm>
          <a:prstGeom prst="ellipse">
            <a:avLst/>
          </a:prstGeom>
          <a:solidFill>
            <a:srgbClr val="D6E4F0"/>
          </a:solidFill>
          <a:ln/>
        </p:spPr>
      </p:sp>
      <p:sp>
        <p:nvSpPr>
          <p:cNvPr id="10" name="Text 8"/>
          <p:cNvSpPr/>
          <p:nvPr/>
        </p:nvSpPr>
        <p:spPr>
          <a:xfrm>
            <a:off x="355701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71800" y="3337560"/>
            <a:ext cx="1810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learning journey into teachable content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43016" y="1874520"/>
            <a:ext cx="640080" cy="640080"/>
          </a:xfrm>
          <a:prstGeom prst="ellipse">
            <a:avLst/>
          </a:prstGeom>
          <a:solidFill>
            <a:srgbClr val="D6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584301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12080" y="269748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Upgrade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800" y="3337560"/>
            <a:ext cx="1810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official docx/pptx/xlsx/pdf skills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29016" y="1874520"/>
            <a:ext cx="640080" cy="640080"/>
          </a:xfrm>
          <a:prstGeom prst="ellipse">
            <a:avLst/>
          </a:prstGeom>
          <a:solidFill>
            <a:srgbClr val="D6E4F0"/>
          </a:solidFill>
          <a:ln/>
        </p:spPr>
      </p:sp>
      <p:sp>
        <p:nvSpPr>
          <p:cNvPr id="20" name="Text 18"/>
          <p:cNvSpPr/>
          <p:nvPr/>
        </p:nvSpPr>
        <p:spPr>
          <a:xfrm>
            <a:off x="812901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498080" y="269748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43800" y="3337560"/>
            <a:ext cx="1810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McKinsey-style Word docs, EN + CN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92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1F4E78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415016" y="1874520"/>
            <a:ext cx="640080" cy="64008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25" name="Text 23"/>
          <p:cNvSpPr/>
          <p:nvPr/>
        </p:nvSpPr>
        <p:spPr>
          <a:xfrm>
            <a:off x="1041501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784080" y="269748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829800" y="3337560"/>
            <a:ext cx="1810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Executive-summary decks, EN + CN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prompt patterns repeat across the whole build — reuse them verbatim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34440" y="158191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"Examine [source]. Create the minimum team to review it via gstack team mode."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2037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"Run [CEO/PM/Engineer/QA/DevOps] review one at a time."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843784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437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82549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"Create a tutorial teaching this workflow, including install steps."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655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44728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"Convert this into a polished McKinsey-style Word document."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087368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087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0690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"Create a [language] version."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709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46908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"Create a McKinsey-style slide deck summarizing this."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30952"/>
            <a:ext cx="411480" cy="41148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330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5312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whole workflow as a playbook for next time."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bugs, all traced to root cause and verified — not patched blind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00" y="20116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29260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Unwrapped PageBreak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914400" y="365760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8404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new PageBreak() outside a Paragraph corrupted body-level XML. Word's schema rejected the whole file.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4340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201168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80560" y="29260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Text Runs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709160" y="365760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0" y="38404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and children: set together on one Paragraph rendered every line twice.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620" y="20116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75320" y="29260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CJK Font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503920" y="365760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366760" y="38404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Chinese run inherited a Latin-only font from copy-paste. Caught proactively before handoff.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 a valid ZIP as proof a document works — verify structure, not just syntax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928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373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— body ends with sectPr, zero stray runs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61488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60604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 scan — zero consecutive identical text runs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47472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630168"/>
            <a:ext cx="292608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34747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CJK font coverage — every Chinese run declares the CJK font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434340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498848"/>
            <a:ext cx="292608" cy="29260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434340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check — zero shapes outside the canvas bounds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40080" y="521208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5367528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08760" y="52120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QA — no leftover placeholder text, correct order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files came out of this session — all cross-referencing each other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70078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57276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TUTORIAL.docx (EN) — full team-training tutorial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2304288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59152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223113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TUTORIAL_CN.docx — Simplified Chinese edition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548640" y="2962656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017520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28895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MCKINSEY_DOCX_PLAYBOOK.docx — how to build the docs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548640" y="3621024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367588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354787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TUTORIAL_DECK.pptx (EN) — 9-slide summary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6309360" y="1645920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700784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812280" y="157276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TUTORIAL_DECK_CN.pptx — Simplified Chinese deck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309360" y="2304288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2359152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812280" y="223113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WORKFLOW_PLAYBOOK.docx — this document</a:t>
            </a:r>
            <a:endParaRPr lang="en-US" sz="1250" dirty="0"/>
          </a:p>
        </p:txBody>
      </p:sp>
      <p:sp>
        <p:nvSpPr>
          <p:cNvPr id="21" name="Shape 13"/>
          <p:cNvSpPr/>
          <p:nvPr/>
        </p:nvSpPr>
        <p:spPr>
          <a:xfrm>
            <a:off x="6309360" y="2962656"/>
            <a:ext cx="365760" cy="365760"/>
          </a:xfrm>
          <a:prstGeom prst="ellipse">
            <a:avLst/>
          </a:prstGeom>
          <a:solidFill>
            <a:srgbClr val="1F4E78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3017520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812280" y="28895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WORKFLOW_PLAYBOOK_DECK.pptx — this deck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for Tutorial #2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17320" y="208483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new topic — any feature, codebase, or workflow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9535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Step 1 of the Reusable Prompt Template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verified helper scripts — don't rediscover the same 3 bugs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GSTACK_TUTORIAL_1_WORKFLOW_PLAYBOOK.docx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2026-09-02T13:57:10Z</dcterms:created>
  <dcterms:modified xsi:type="dcterms:W3CDTF">2026-09-02T13:57:10Z</dcterms:modified>
</cp:coreProperties>
</file>