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GSTACK TUTORIAL #1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PLAYBOOK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3337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five deliverables — a reusable session template for Tutorial #2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Retrospective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session, five deliverables, three bugs caught before handoff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1031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834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8580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Delivered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1031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2834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52044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Phases Run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0" y="21031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2834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635508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+ Fixed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052560" y="1828800"/>
            <a:ext cx="2514600" cy="2286000"/>
          </a:xfrm>
          <a:prstGeom prst="roundRect">
            <a:avLst>
              <a:gd name="adj" fmla="val 3200"/>
            </a:avLst>
          </a:prstGeom>
          <a:solidFill>
            <a:srgbClr val="F2F2F2"/>
          </a:solidFill>
          <a:ln/>
          <a:effectLst>
            <a:outerShdw sx="100000" sy="100000" kx="0" ky="0" algn="bl" rotWithShape="0" blurRad="76200" dist="25400" dir="5400000">
              <a:srgbClr val="808080">
                <a:alpha val="2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210312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052560" y="28346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8" name="Text 12"/>
          <p:cNvSpPr/>
          <p:nvPr/>
        </p:nvSpPr>
        <p:spPr>
          <a:xfrm>
            <a:off x="9189720" y="3429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(EN + CN)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pPr indent="0" marL="0">
              <a:buNone/>
            </a:pPr>
            <a:r>
              <a:rPr lang="en-US" sz="15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pipeline (learn → draft → polish → translate → present → document) is now proven and repeatable for any new tutorial topic.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 carried the project from a toy demo to a full training package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71016" y="1874520"/>
            <a:ext cx="640080" cy="640080"/>
          </a:xfrm>
          <a:prstGeom prst="ellipse">
            <a:avLst/>
          </a:prstGeom>
          <a:solidFill>
            <a:srgbClr val="D6E4F0"/>
          </a:solidFill>
          <a:ln/>
        </p:spPr>
      </p:sp>
      <p:sp>
        <p:nvSpPr>
          <p:cNvPr id="5" name="Text 3"/>
          <p:cNvSpPr/>
          <p:nvPr/>
        </p:nvSpPr>
        <p:spPr>
          <a:xfrm>
            <a:off x="127101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gstack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5 AI review roles on a toy project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57016" y="1874520"/>
            <a:ext cx="640080" cy="640080"/>
          </a:xfrm>
          <a:prstGeom prst="ellipse">
            <a:avLst/>
          </a:prstGeom>
          <a:solidFill>
            <a:srgbClr val="D6E4F0"/>
          </a:solidFill>
          <a:ln/>
        </p:spPr>
      </p:sp>
      <p:sp>
        <p:nvSpPr>
          <p:cNvPr id="10" name="Text 8"/>
          <p:cNvSpPr/>
          <p:nvPr/>
        </p:nvSpPr>
        <p:spPr>
          <a:xfrm>
            <a:off x="355701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0" y="26974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333756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learning journey into teachable content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43016" y="1874520"/>
            <a:ext cx="640080" cy="640080"/>
          </a:xfrm>
          <a:prstGeom prst="ellipse">
            <a:avLst/>
          </a:prstGeom>
          <a:solidFill>
            <a:srgbClr val="D6E4F0"/>
          </a:solidFill>
          <a:ln/>
        </p:spPr>
      </p:sp>
      <p:sp>
        <p:nvSpPr>
          <p:cNvPr id="15" name="Text 13"/>
          <p:cNvSpPr/>
          <p:nvPr/>
        </p:nvSpPr>
        <p:spPr>
          <a:xfrm>
            <a:off x="584301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12080" y="26974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Upgrade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333756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official docx/pptx/xlsx/pdf skills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29016" y="1874520"/>
            <a:ext cx="640080" cy="640080"/>
          </a:xfrm>
          <a:prstGeom prst="ellipse">
            <a:avLst/>
          </a:prstGeom>
          <a:solidFill>
            <a:srgbClr val="D6E4F0"/>
          </a:solidFill>
          <a:ln/>
        </p:spPr>
      </p:sp>
      <p:sp>
        <p:nvSpPr>
          <p:cNvPr id="20" name="Text 18"/>
          <p:cNvSpPr/>
          <p:nvPr/>
        </p:nvSpPr>
        <p:spPr>
          <a:xfrm>
            <a:off x="812901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498080" y="26974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 Docs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3800" y="333756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McKinsey-style Word docs, EN + CN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1600200"/>
            <a:ext cx="2084832" cy="4206240"/>
          </a:xfrm>
          <a:prstGeom prst="roundRect">
            <a:avLst>
              <a:gd name="adj" fmla="val 3509"/>
            </a:avLst>
          </a:prstGeom>
          <a:solidFill>
            <a:srgbClr val="1F4E78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415016" y="1874520"/>
            <a:ext cx="640080" cy="64008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5016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784080" y="269748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29800" y="3337560"/>
            <a:ext cx="18105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Executive-summary decks, EN + CN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prompt patterns repeat across the whole build — reuse them verbatim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5819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"Examine [source]. Create the minimum team to review it via gstack team mode."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21992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2037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"Run [CEO/PM/Engineer/QA/DevOps] review one at a time."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43784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82549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tutorial teaching this workflow, including install steps."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44728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"Convert this into a polished McKinsey-style Word document."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087368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069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[language] version."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70916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709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6908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McKinsey-style slide deck summarizing this."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330952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53126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"Summarize this whole workflow as a playbook for next time."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bugs, all traced to root cause and verified — not patched blind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20116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9260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Unwrapped PageBreak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365760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38404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new PageBreak() outside a Paragraph corrupted body-level XML. Word's schema rejected the whole file.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4340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860" y="201168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0560" y="29260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Text Runs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709160" y="365760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0" y="38404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and children: set together on one Paragraph rendered every line twice.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1691640"/>
            <a:ext cx="3520440" cy="4114800"/>
          </a:xfrm>
          <a:prstGeom prst="roundRect">
            <a:avLst>
              <a:gd name="adj" fmla="val 2078"/>
            </a:avLst>
          </a:prstGeom>
          <a:solidFill>
            <a:srgbClr val="F2F2F2"/>
          </a:solidFill>
          <a:ln/>
          <a:effectLst>
            <a:outerShdw sx="100000" sy="100000" kx="0" ky="0" algn="bl" rotWithShape="0" blurRad="63500" dist="25400" dir="5400000">
              <a:srgbClr val="80808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620" y="201168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5320" y="29260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CJK Font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503920" y="3657600"/>
            <a:ext cx="2788920" cy="0"/>
          </a:xfrm>
          <a:prstGeom prst="line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366760" y="384048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Chinese run inherited a Latin-only font from copy-paste. Caught proactively before handoff.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trust a valid ZIP as proof a document works — verify structure, not just syntax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7373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— body ends with sectPr, zero stray runs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76148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08760" y="26060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scan — zero consecutive identical text runs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47472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63016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34747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CJK font coverage — every Chinese run declares the CJK font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40080" y="434340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9884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08760" y="43434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check — zero shapes outside the canvas bounds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640080" y="5212080"/>
            <a:ext cx="594360" cy="594360"/>
          </a:xfrm>
          <a:prstGeom prst="ellipse">
            <a:avLst/>
          </a:prstGeom>
          <a:solidFill>
            <a:srgbClr val="D6E4F0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367528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08760" y="521208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QA — no leftover placeholder text, correct order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files came out of this session — all cross-referencing each other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65760" cy="36576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0078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5727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TUTORIAL.docx (EN) — full team-training tutorial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304288"/>
            <a:ext cx="365760" cy="36576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591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23113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TUTORIAL_CN.docx — Simplified Chinese edition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301752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8895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MCKINSEY_DOCX_PLAYBOOK.docx — how to build the docs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548640" y="3621024"/>
            <a:ext cx="365760" cy="36576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67588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54787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TUTORIAL_DECK.pptx (EN) — 9-slide summary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6309360" y="1645920"/>
            <a:ext cx="365760" cy="36576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700784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12280" y="15727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TUTORIAL_DECK_CN.pptx — Simplified Chinese deck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6309360" y="2304288"/>
            <a:ext cx="365760" cy="36576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2359152"/>
            <a:ext cx="256032" cy="25603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812280" y="2231136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WORKFLOW_PLAYBOOK.docx — this document</a:t>
            </a:r>
            <a:endParaRPr lang="en-US" sz="1250" dirty="0"/>
          </a:p>
        </p:txBody>
      </p:sp>
      <p:sp>
        <p:nvSpPr>
          <p:cNvPr id="21" name="Shape 13"/>
          <p:cNvSpPr/>
          <p:nvPr/>
        </p:nvSpPr>
        <p:spPr>
          <a:xfrm>
            <a:off x="6309360" y="2962656"/>
            <a:ext cx="365760" cy="365760"/>
          </a:xfrm>
          <a:prstGeom prst="ellipse">
            <a:avLst/>
          </a:prstGeom>
          <a:solidFill>
            <a:srgbClr val="1F4E78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3017520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812280" y="2889504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WORKFLOW_PLAYBOOK_DECK.pptx — this deck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concept, four files, four verifications — that's what a revision costs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question surfaces a real gap (not a bug report — a genuine point of confusion)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50008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30428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meta-playbook FIRST — forces the concept to be fully worked out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99816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054096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any new mechanism the concept needs (e.g. a real GitHub Issue Template)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9624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803904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into all 4 student-facing files: EN docx, CN docx, EN deck, CN deck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599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55371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file independently — schema, duplication, CJK font, geometry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1F4E7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53035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Commit, push, then checksum-verify against GitHub — don't trust exit code alone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Font-coverage bugs cluster at code/URL boundaries inside translated text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828800"/>
            <a:ext cx="9326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  </a:t>
            </a:r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Chinese placeholder was embedded inside a monospace, Consolas-styled git command during translation — no CJK font was declared for that run, since the whole run was styled as "code," not "Chinese prose."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11680" y="33832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an English placeholder there instead — GitHub usernames are ASCII-only anyway, so this was also simply more correct, not just a workaround.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663440"/>
            <a:ext cx="10515600" cy="1188720"/>
          </a:xfrm>
          <a:prstGeom prst="roundRect">
            <a:avLst>
              <a:gd name="adj" fmla="val 4615"/>
            </a:avLst>
          </a:prstGeom>
          <a:solidFill>
            <a:srgbClr val="FFF3E0"/>
          </a:solidFill>
          <a:ln w="19050">
            <a:solidFill>
              <a:srgbClr val="C98A2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484632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a run mixing literal command syntax with translated prose is the highest-risk spot for a missing CJK font — higher risk than a plain paragraph of Chinese text. Check those runs first.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7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Tutorial #2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20848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new topic — any feature, codebase, or workflow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95351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Step 1 of the Reusable Prompt Template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82219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verified helper scripts — don't rediscover the same 3 bugs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GSTACK_TUTORIAL_1_WORKFLOW_PLAYBOOK.docx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2026-09-04T16:05:08Z</dcterms:created>
  <dcterms:modified xsi:type="dcterms:W3CDTF">2026-09-04T16:05:08Z</dcterms:modified>
</cp:coreProperties>
</file>