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GSTACK TEAM MODE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Multi-Perspective AI Workflow for Better Decisions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Deck  |  English Edition  |  September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640080" cy="64008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3E66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4334256"/>
            <a:ext cx="384048" cy="384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91640" y="4206240"/>
            <a:ext cx="640080" cy="64008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3E669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334256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651760" y="4206240"/>
            <a:ext cx="640080" cy="64008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3E669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776" y="4334256"/>
            <a:ext cx="384048" cy="3840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611880" y="4206240"/>
            <a:ext cx="640080" cy="64008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3E6690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4334256"/>
            <a:ext cx="384048" cy="38404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2000" y="4206240"/>
            <a:ext cx="640080" cy="64008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3E6690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334256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steps take you from zero to a completed multi-perspective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Gstack Team Mode 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2860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Perspectives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9718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6576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— Three Platforms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3720" y="1600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Three-Week Workflow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233172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22860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301752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29718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AI perspectives compress a full review cycle into an eleven-hour guided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21945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AI Roles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83280" y="19202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219456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hrs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352044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Investment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9202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219456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635508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in QA Phase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9052560" y="19202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820" y="219456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5256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98/100</a:t>
            </a:r>
            <a:endParaRPr lang="en-US" sz="3000" dirty="0"/>
          </a:p>
        </p:txBody>
      </p:sp>
      <p:sp>
        <p:nvSpPr>
          <p:cNvPr id="18" name="Text 12"/>
          <p:cNvSpPr/>
          <p:nvPr/>
        </p:nvSpPr>
        <p:spPr>
          <a:xfrm>
            <a:off x="918972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Quality Score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can run every review solo, or a team can split roles and run them in parallel — either path produces the same documented decision trail.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role answers one question a single reviewer would miss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9576" y="1920240"/>
            <a:ext cx="822960" cy="8229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8483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29260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35204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/plan-ceo-review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68680" y="3977640"/>
            <a:ext cx="1444752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11480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the right problem to solve?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34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65576" y="1920240"/>
            <a:ext cx="822960" cy="8229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08483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44368" y="29260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 Manager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944368" y="35204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154680" y="3977640"/>
            <a:ext cx="1444752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971800" y="411480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break this down?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120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51576" y="1920240"/>
            <a:ext cx="822960" cy="8229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2084832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30368" y="29260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230368" y="35204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/plan-eng-review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40680" y="3977640"/>
            <a:ext cx="1444752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257800" y="411480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actually build this?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406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37576" y="1920240"/>
            <a:ext cx="822960" cy="8229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2084832"/>
            <a:ext cx="493776" cy="4937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16368" y="29260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QA Engineer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516368" y="35204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/qa-only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726680" y="3977640"/>
            <a:ext cx="1444752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543800" y="411480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work?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9692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0323576" y="1920240"/>
            <a:ext cx="822960" cy="8229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168" y="2084832"/>
            <a:ext cx="493776" cy="49377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802368" y="29260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DevOps Engineer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9802368" y="35204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/ship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10012680" y="3977640"/>
            <a:ext cx="1444752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9829800" y="411480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ship it?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 five reviews write code — they plan and validate around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210312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Approved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3429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PLAN.md, not source code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392" y="297180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92040" y="210312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C98A2C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7492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74920" y="2743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Happens Here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166360" y="3429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Claude Code session — the missing step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971800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869680" y="210312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05256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052560" y="2743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Gets Tested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9144000" y="3429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code that now exists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1520" y="4709160"/>
            <a:ext cx="10698480" cy="1417320"/>
          </a:xfrm>
          <a:prstGeom prst="roundRect">
            <a:avLst>
              <a:gd name="adj" fmla="val 3871"/>
            </a:avLst>
          </a:prstGeom>
          <a:solidFill>
            <a:srgbClr val="FFF3E0"/>
          </a:solidFill>
          <a:ln w="19050">
            <a:solidFill>
              <a:srgbClr val="C98A2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05840" y="49834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fix:  </a:t>
            </a:r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/plan-eng-review gives a green light, tell Claude Code directly:  </a:t>
            </a:r>
            <a:pPr indent="0" marL="0">
              <a:buNone/>
            </a:pPr>
            <a:r>
              <a:rPr lang="en-US" sz="15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 this plan"</a:t>
            </a:r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  </a:t>
            </a:r>
            <a:pPr indent="0" marL="0">
              <a:buNone/>
            </a:pPr>
            <a:r>
              <a:rPr lang="en-US" sz="15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"Exit plan mode and build it."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setup: one AI platform, Git, and a terminal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OpenAI Codex, or Tencent Workbuddy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546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3063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(for version control)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048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3749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command line familiarity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2628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4434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project to practice with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49224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FOR TEAMS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46888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0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 (share repo with team)</a:t>
            </a:r>
            <a:endParaRPr lang="en-US" sz="14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15468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49440" y="3063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or Conductor workspace</a:t>
            </a:r>
            <a:endParaRPr lang="en-US" sz="14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840480"/>
            <a:ext cx="320040" cy="32004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49440" y="3749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team members for real collaboration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platforms, three paths — pick the one your team already uses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2057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85800" y="3429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min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3886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14400" y="4389120"/>
            <a:ext cx="278892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572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gstack into ~/.claude/skills/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205740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480560" y="3429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min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480560" y="3886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09160" y="4389120"/>
            <a:ext cx="278892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0" y="4572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OPENAI_API_KEY, run ./setup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3816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620" y="2057400"/>
            <a:ext cx="731520" cy="7315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Tencent Workbuddy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275320" y="3429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min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275320" y="3886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503920" y="4389120"/>
            <a:ext cx="278892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366760" y="4572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gstack.zip as a custom skill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Tencent Workbuddy is the fastest to production: zip upload, no API keys, no external cost.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weeks, mostly async — no standing meetings required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201168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32918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repo, Conductor workspace, team access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392" y="342900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92040" y="201168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1F4E78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7492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7492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Reviews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166360" y="32918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→ PM → Engineer → QA → DevOps (parallel-capable)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3429000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869680" y="201168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05256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05256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9144000" y="32918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merged, LEARNINGS.md, decision audit trail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perspectives catch what one reviewer misses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7373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perspectives reduce blind spots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26060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documented in an audit trail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40080" y="347472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118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34747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collaboration — no meetings needed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640080" y="434340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8056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43434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from solo projects to large teams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640080" y="521208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924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08760" y="52120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any type of project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 the repo, then practice the workflow yourself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15087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added as a collaborator (repo is private)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github.com/mikelix/gstack-tutorial-1 to your own account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2461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YOUR fork — not the original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41148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AI assistant (Workbuddy / Claude Code / Codex) in the cloned folder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60020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3720" y="15087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it: "Examine this repo and help me run the 5 reviews myself"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46888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full workflow — install, 5 reviews, implement, commit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33756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32461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link "upstream" to pull future updates from the original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Stuck, or just checking in? File a weekly report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463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 </a:t>
            </a:r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github.com/mikelix/gstack-tutorial-1/issues → New Issue → "Weekly Progress Report" template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28016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5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the ORIGINAL repo's issues, not your own fork's — that's where the instructor looks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697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fields are required at the top of every report: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32918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204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3474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Name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68680" y="3977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name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434840" y="32918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5204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3474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663440" y="3977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Gstack Tutorial #1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229600" y="32918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5204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869680" y="3474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8458200" y="3977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day/month/year, e.g. 15/10/2026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40080" y="5074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include: your fork link, what you tried, the exact error message if any, and next week's plan. Full template: .github/ISSUE_TEMPLATE/weekly_progress_report.md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run your first review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20848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gstack on your team's chosen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9535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PLAN.md for your next real project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8221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five reviews — solo or split across the team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GSTACK_TEAM_MODE_TUTORIAL.docx  |  MCKINSEY_DOCX_PLAYBOOK.docx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2026-09-03T07:57:03Z</dcterms:created>
  <dcterms:modified xsi:type="dcterms:W3CDTF">2026-09-03T07:57:03Z</dcterms:modified>
</cp:coreProperties>
</file>