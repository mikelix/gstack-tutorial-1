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7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GSTACK TEAM MODE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Multi-Perspective AI Workflow for Better Decisions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9F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Deck  |  English Edition  |  September 2026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4206240"/>
            <a:ext cx="640080" cy="640080"/>
          </a:xfrm>
          <a:prstGeom prst="ellipse">
            <a:avLst/>
          </a:prstGeom>
          <a:solidFill>
            <a:srgbClr val="1F4E78"/>
          </a:solidFill>
          <a:ln w="12700">
            <a:solidFill>
              <a:srgbClr val="3E66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4334256"/>
            <a:ext cx="384048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691640" y="4206240"/>
            <a:ext cx="640080" cy="640080"/>
          </a:xfrm>
          <a:prstGeom prst="ellipse">
            <a:avLst/>
          </a:prstGeom>
          <a:solidFill>
            <a:srgbClr val="1F4E78"/>
          </a:solidFill>
          <a:ln w="12700">
            <a:solidFill>
              <a:srgbClr val="3E6690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656" y="4334256"/>
            <a:ext cx="384048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651760" y="4206240"/>
            <a:ext cx="640080" cy="640080"/>
          </a:xfrm>
          <a:prstGeom prst="ellipse">
            <a:avLst/>
          </a:prstGeom>
          <a:solidFill>
            <a:srgbClr val="1F4E78"/>
          </a:solidFill>
          <a:ln w="12700">
            <a:solidFill>
              <a:srgbClr val="3E6690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9776" y="4334256"/>
            <a:ext cx="384048" cy="38404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3611880" y="4206240"/>
            <a:ext cx="640080" cy="640080"/>
          </a:xfrm>
          <a:prstGeom prst="ellipse">
            <a:avLst/>
          </a:prstGeom>
          <a:solidFill>
            <a:srgbClr val="1F4E78"/>
          </a:solidFill>
          <a:ln w="12700">
            <a:solidFill>
              <a:srgbClr val="3E6690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9896" y="4334256"/>
            <a:ext cx="384048" cy="384048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4572000" y="4206240"/>
            <a:ext cx="640080" cy="640080"/>
          </a:xfrm>
          <a:prstGeom prst="ellipse">
            <a:avLst/>
          </a:prstGeom>
          <a:solidFill>
            <a:srgbClr val="1F4E78"/>
          </a:solidFill>
          <a:ln w="12700">
            <a:solidFill>
              <a:srgbClr val="3E6690"/>
            </a:solidFill>
            <a:prstDash val="solid"/>
          </a:ln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0016" y="4334256"/>
            <a:ext cx="384048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steps take you from zero to a completed multi-perspective review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1F4E7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16002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Gstack Team Mode Is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457200" cy="457200"/>
          </a:xfrm>
          <a:prstGeom prst="ellipse">
            <a:avLst/>
          </a:prstGeom>
          <a:solidFill>
            <a:srgbClr val="1F4E7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22860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Perspectives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457200" cy="457200"/>
          </a:xfrm>
          <a:prstGeom prst="ellipse">
            <a:avLst/>
          </a:prstGeom>
          <a:solidFill>
            <a:srgbClr val="1F4E7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43000" y="29718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457200" cy="457200"/>
          </a:xfrm>
          <a:prstGeom prst="ellipse">
            <a:avLst/>
          </a:prstGeom>
          <a:solidFill>
            <a:srgbClr val="1F4E78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43000" y="36576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— Three Platforms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309360" y="1645920"/>
            <a:ext cx="457200" cy="457200"/>
          </a:xfrm>
          <a:prstGeom prst="ellipse">
            <a:avLst/>
          </a:prstGeom>
          <a:solidFill>
            <a:srgbClr val="1F4E78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03720" y="16002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Three-Week Workflow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309360" y="2331720"/>
            <a:ext cx="457200" cy="457200"/>
          </a:xfrm>
          <a:prstGeom prst="ellipse">
            <a:avLst/>
          </a:prstGeom>
          <a:solidFill>
            <a:srgbClr val="1F4E78"/>
          </a:solidFill>
          <a:ln/>
        </p:spPr>
      </p:sp>
      <p:sp>
        <p:nvSpPr>
          <p:cNvPr id="19" name="Text 17"/>
          <p:cNvSpPr/>
          <p:nvPr/>
        </p:nvSpPr>
        <p:spPr>
          <a:xfrm>
            <a:off x="63093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903720" y="22860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Benefits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309360" y="3017520"/>
            <a:ext cx="457200" cy="457200"/>
          </a:xfrm>
          <a:prstGeom prst="ellipse">
            <a:avLst/>
          </a:prstGeom>
          <a:solidFill>
            <a:srgbClr val="1F4E78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03720" y="29718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AI perspectives compress a full review cycle into an eleven-hour guided workflow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514600" cy="2377440"/>
          </a:xfrm>
          <a:prstGeom prst="roundRect">
            <a:avLst>
              <a:gd name="adj" fmla="val 3077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5900" y="219456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29718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8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AI Roles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383280" y="1920240"/>
            <a:ext cx="2514600" cy="2377440"/>
          </a:xfrm>
          <a:prstGeom prst="roundRect">
            <a:avLst>
              <a:gd name="adj" fmla="val 3077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540" y="2194560"/>
            <a:ext cx="640080" cy="6400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383280" y="29718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8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hrs</a:t>
            </a:r>
            <a:endParaRPr lang="en-US" sz="3000" dirty="0"/>
          </a:p>
        </p:txBody>
      </p:sp>
      <p:sp>
        <p:nvSpPr>
          <p:cNvPr id="10" name="Text 6"/>
          <p:cNvSpPr/>
          <p:nvPr/>
        </p:nvSpPr>
        <p:spPr>
          <a:xfrm>
            <a:off x="352044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Investment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217920" y="1920240"/>
            <a:ext cx="2514600" cy="2377440"/>
          </a:xfrm>
          <a:prstGeom prst="roundRect">
            <a:avLst>
              <a:gd name="adj" fmla="val 3077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5180" y="219456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217920" y="29718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8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14" name="Text 9"/>
          <p:cNvSpPr/>
          <p:nvPr/>
        </p:nvSpPr>
        <p:spPr>
          <a:xfrm>
            <a:off x="635508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Found in QA Phase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9052560" y="1920240"/>
            <a:ext cx="2514600" cy="2377440"/>
          </a:xfrm>
          <a:prstGeom prst="roundRect">
            <a:avLst>
              <a:gd name="adj" fmla="val 3077"/>
            </a:avLst>
          </a:prstGeom>
          <a:solidFill>
            <a:srgbClr val="F2F2F2"/>
          </a:solidFill>
          <a:ln/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9820" y="2194560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052560" y="29718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8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98/100</a:t>
            </a:r>
            <a:endParaRPr lang="en-US" sz="3000" dirty="0"/>
          </a:p>
        </p:txBody>
      </p:sp>
      <p:sp>
        <p:nvSpPr>
          <p:cNvPr id="18" name="Text 12"/>
          <p:cNvSpPr/>
          <p:nvPr/>
        </p:nvSpPr>
        <p:spPr>
          <a:xfrm>
            <a:off x="918972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Quality Score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548640" y="48463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</a:t>
            </a:r>
            <a:pPr indent="0" marL="0">
              <a:buNone/>
            </a:pPr>
            <a:r>
              <a:rPr lang="en-US" sz="15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 can run every review solo, or a team can split roles and run them in parallel — either path produces the same documented decision trail.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role answers one question a single reviewer would miss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084832" cy="4206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D6E4F0"/>
            </a:solidFill>
            <a:prstDash val="solid"/>
          </a:ln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920240"/>
            <a:ext cx="822960" cy="8229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84832"/>
            <a:ext cx="493776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292608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CEO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58368" y="3520440"/>
            <a:ext cx="18653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/plan-ceo-review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68680" y="3977640"/>
            <a:ext cx="1444752" cy="0"/>
          </a:xfrm>
          <a:prstGeom prst="line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4114800"/>
            <a:ext cx="1810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the right problem to solve?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834640" y="1600200"/>
            <a:ext cx="2084832" cy="4206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D6E4F0"/>
            </a:solidFill>
            <a:prstDash val="solid"/>
          </a:ln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65576" y="1920240"/>
            <a:ext cx="822960" cy="8229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2084832"/>
            <a:ext cx="493776" cy="49377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944368" y="292608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Project Manager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2944368" y="3520440"/>
            <a:ext cx="18653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154680" y="3977640"/>
            <a:ext cx="1444752" cy="0"/>
          </a:xfrm>
          <a:prstGeom prst="line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971800" y="4114800"/>
            <a:ext cx="1810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we break this down?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120640" y="1600200"/>
            <a:ext cx="2084832" cy="4206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D6E4F0"/>
            </a:solidFill>
            <a:prstDash val="solid"/>
          </a:ln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751576" y="1920240"/>
            <a:ext cx="822960" cy="8229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68" y="2084832"/>
            <a:ext cx="493776" cy="49377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230368" y="292608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5230368" y="3520440"/>
            <a:ext cx="18653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/plan-eng-review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440680" y="3977640"/>
            <a:ext cx="1444752" cy="0"/>
          </a:xfrm>
          <a:prstGeom prst="line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5257800" y="4114800"/>
            <a:ext cx="1810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actually build this?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406640" y="1600200"/>
            <a:ext cx="2084832" cy="4206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D6E4F0"/>
            </a:solidFill>
            <a:prstDash val="solid"/>
          </a:ln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8037576" y="1920240"/>
            <a:ext cx="822960" cy="8229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168" y="2084832"/>
            <a:ext cx="493776" cy="49377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516368" y="292608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QA Engineer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7516368" y="3520440"/>
            <a:ext cx="18653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/qa-only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7726680" y="3977640"/>
            <a:ext cx="1444752" cy="0"/>
          </a:xfrm>
          <a:prstGeom prst="line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7543800" y="4114800"/>
            <a:ext cx="1810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work?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9692640" y="1600200"/>
            <a:ext cx="2084832" cy="42062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D6E4F0"/>
            </a:solidFill>
            <a:prstDash val="solid"/>
          </a:ln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10323576" y="1920240"/>
            <a:ext cx="822960" cy="8229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8168" y="2084832"/>
            <a:ext cx="493776" cy="49377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9802368" y="2926080"/>
            <a:ext cx="1865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DevOps Engineer</a:t>
            </a:r>
            <a:endParaRPr lang="en-US" sz="1400" dirty="0"/>
          </a:p>
        </p:txBody>
      </p:sp>
      <p:sp>
        <p:nvSpPr>
          <p:cNvPr id="35" name="Text 28"/>
          <p:cNvSpPr/>
          <p:nvPr/>
        </p:nvSpPr>
        <p:spPr>
          <a:xfrm>
            <a:off x="9802368" y="3520440"/>
            <a:ext cx="18653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/ship</a:t>
            </a:r>
            <a:endParaRPr lang="en-US" sz="1050" dirty="0"/>
          </a:p>
        </p:txBody>
      </p:sp>
      <p:sp>
        <p:nvSpPr>
          <p:cNvPr id="36" name="Shape 29"/>
          <p:cNvSpPr/>
          <p:nvPr/>
        </p:nvSpPr>
        <p:spPr>
          <a:xfrm>
            <a:off x="10012680" y="3977640"/>
            <a:ext cx="1444752" cy="0"/>
          </a:xfrm>
          <a:prstGeom prst="line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9829800" y="4114800"/>
            <a:ext cx="1810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ship it?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None of the five reviews write code — they plan and validate around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14400" y="2103120"/>
            <a:ext cx="320040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97280" y="2331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REVIEW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97280" y="274320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4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Approved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188720" y="34290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PLAN.md, not source code</a:t>
            </a:r>
            <a:endParaRPr lang="en-US" sz="12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392" y="2971800"/>
            <a:ext cx="457200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892040" y="2103120"/>
            <a:ext cx="3200400" cy="2194560"/>
          </a:xfrm>
          <a:prstGeom prst="roundRect">
            <a:avLst>
              <a:gd name="adj" fmla="val 3333"/>
            </a:avLst>
          </a:prstGeom>
          <a:solidFill>
            <a:srgbClr val="C98A2C"/>
          </a:solidFill>
          <a:ln/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074920" y="2331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074920" y="274320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Happens Here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166360" y="34290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Claude Code session — the missing step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2971800"/>
            <a:ext cx="457200" cy="4572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869680" y="2103120"/>
            <a:ext cx="320040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/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9052560" y="2331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REVIEW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9052560" y="274320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4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Gets Tested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9144000" y="34290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the code that now exists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731520" y="4709160"/>
            <a:ext cx="10698480" cy="1417320"/>
          </a:xfrm>
          <a:prstGeom prst="roundRect">
            <a:avLst>
              <a:gd name="adj" fmla="val 3871"/>
            </a:avLst>
          </a:prstGeom>
          <a:solidFill>
            <a:srgbClr val="FFF3E0"/>
          </a:solidFill>
          <a:ln w="19050">
            <a:solidFill>
              <a:srgbClr val="C98A2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05840" y="498348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fix:  </a:t>
            </a:r>
            <a:pPr indent="0" marL="0">
              <a:buNone/>
            </a:pPr>
            <a:r>
              <a:rPr lang="en-US" sz="15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/plan-eng-review gives a green light, tell Claude Code directly:  </a:t>
            </a:r>
            <a:pPr indent="0" marL="0">
              <a:buNone/>
            </a:pPr>
            <a:r>
              <a:rPr lang="en-US" sz="150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"Implement this plan"</a:t>
            </a:r>
            <a:pPr indent="0" marL="0">
              <a:buNone/>
            </a:pPr>
            <a:r>
              <a:rPr lang="en-US" sz="15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or  </a:t>
            </a:r>
            <a:pPr indent="0" marL="0">
              <a:buNone/>
            </a:pPr>
            <a:r>
              <a:rPr lang="en-US" sz="1500" i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"Exit plan mode and build it."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Minimal setup: one AI platform, Git, and a terminal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394960" cy="4206240"/>
          </a:xfrm>
          <a:prstGeom prst="roundRect">
            <a:avLst>
              <a:gd name="adj" fmla="val 1304"/>
            </a:avLst>
          </a:prstGeom>
          <a:solidFill>
            <a:srgbClr val="F2F2F2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688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23774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Code, OpenAI Codex, or Tencent Workbuddy</a:t>
            </a:r>
            <a:endParaRPr lang="en-US" sz="14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1546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80160" y="30632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(for version control)</a:t>
            </a:r>
            <a:endParaRPr lang="en-US" sz="14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840480"/>
            <a:ext cx="320040" cy="3200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80160" y="37490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command line familiarity</a:t>
            </a:r>
            <a:endParaRPr lang="en-US" sz="14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526280"/>
            <a:ext cx="320040" cy="32004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280160" y="44348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project to practice with</a:t>
            </a:r>
            <a:endParaRPr lang="en-US" sz="1400" dirty="0"/>
          </a:p>
        </p:txBody>
      </p:sp>
      <p:sp>
        <p:nvSpPr>
          <p:cNvPr id="13" name="Shape 7"/>
          <p:cNvSpPr/>
          <p:nvPr/>
        </p:nvSpPr>
        <p:spPr>
          <a:xfrm>
            <a:off x="6217920" y="1645920"/>
            <a:ext cx="539496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9050">
            <a:solidFill>
              <a:srgbClr val="D6E4F0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649224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— FOR TEAMS</a:t>
            </a:r>
            <a:endParaRPr lang="en-US" sz="16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2468880"/>
            <a:ext cx="320040" cy="32004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949440" y="23774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account (share repo with team)</a:t>
            </a:r>
            <a:endParaRPr lang="en-US" sz="14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3154680"/>
            <a:ext cx="320040" cy="32004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6949440" y="30632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or Conductor workspace</a:t>
            </a:r>
            <a:endParaRPr lang="en-US" sz="140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3840480"/>
            <a:ext cx="320040" cy="320040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6949440" y="37490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team members for real collaboration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platforms, three paths — pick the one your team already uses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2F2F2"/>
          </a:solidFill>
          <a:ln/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3100" y="2057400"/>
            <a:ext cx="731520" cy="731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2971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685800" y="34290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8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 min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85800" y="38862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Time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14400" y="4389120"/>
            <a:ext cx="2788920" cy="0"/>
          </a:xfrm>
          <a:prstGeom prst="line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4572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gstack into ~/.claude/skills/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43400" y="169164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2F2F2"/>
          </a:solidFill>
          <a:ln/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60" y="2057400"/>
            <a:ext cx="731520" cy="7315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80560" y="2971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Codex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480560" y="34290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8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 min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4480560" y="38862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Time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709160" y="4389120"/>
            <a:ext cx="2788920" cy="0"/>
          </a:xfrm>
          <a:prstGeom prst="line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572000" y="4572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OPENAI_API_KEY, run ./setup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138160" y="169164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2F2F2"/>
          </a:solidFill>
          <a:ln/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2620" y="2057400"/>
            <a:ext cx="731520" cy="7315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75320" y="2971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4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Tencent Workbuddy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8275320" y="34290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8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 min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8275320" y="38862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Time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503920" y="4389120"/>
            <a:ext cx="2788920" cy="0"/>
          </a:xfrm>
          <a:prstGeom prst="line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366760" y="4572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gstack.zip as a custom skill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Tencent Workbuddy is the fastest to production: zip upload, no API keys, no external cost.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weeks, mostly async — no standing meetings required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914400" y="2011680"/>
            <a:ext cx="3200400" cy="3291840"/>
          </a:xfrm>
          <a:prstGeom prst="roundRect">
            <a:avLst>
              <a:gd name="adj" fmla="val 2286"/>
            </a:avLst>
          </a:prstGeom>
          <a:solidFill>
            <a:srgbClr val="F2F2F2"/>
          </a:solidFill>
          <a:ln/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97280" y="22402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97280" y="2606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4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88720" y="329184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repo, Conductor workspace, team access</a:t>
            </a:r>
            <a:endParaRPr lang="en-US" sz="13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392" y="3429000"/>
            <a:ext cx="457200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892040" y="2011680"/>
            <a:ext cx="3200400" cy="3291840"/>
          </a:xfrm>
          <a:prstGeom prst="roundRect">
            <a:avLst>
              <a:gd name="adj" fmla="val 2286"/>
            </a:avLst>
          </a:prstGeom>
          <a:solidFill>
            <a:srgbClr val="1F4E78"/>
          </a:solidFill>
          <a:ln/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074920" y="22402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074920" y="2606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Reviews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5166360" y="329184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→ PM → Engineer → QA → DevOps (parallel-capable)</a:t>
            </a:r>
            <a:endParaRPr lang="en-US" sz="13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3429000"/>
            <a:ext cx="457200" cy="4572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869680" y="2011680"/>
            <a:ext cx="3200400" cy="3291840"/>
          </a:xfrm>
          <a:prstGeom prst="roundRect">
            <a:avLst>
              <a:gd name="adj" fmla="val 2286"/>
            </a:avLst>
          </a:prstGeom>
          <a:solidFill>
            <a:srgbClr val="F2F2F2"/>
          </a:solidFill>
          <a:ln/>
          <a:effectLst>
            <a:outerShdw sx="100000" sy="100000" kx="0" ky="0" algn="bl" rotWithShape="0" blurRad="63500" dist="25400" dir="5400000">
              <a:srgbClr val="808080">
                <a:alpha val="20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9052560" y="22402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9052560" y="2606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4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Consolidate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9144000" y="329184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merged, LEARNINGS.md, decision audit trail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perspectives catch what one reviewer misses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594360" cy="5943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17373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perspectives reduce blind spots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40080" y="2606040"/>
            <a:ext cx="594360" cy="5943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43200"/>
            <a:ext cx="320040" cy="320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08760" y="260604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documented in an audit trail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40080" y="3474720"/>
            <a:ext cx="594360" cy="5943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61188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08760" y="34747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collaboration — no meetings needed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640080" y="4343400"/>
            <a:ext cx="594360" cy="5943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48056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08760" y="434340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from solo projects to large teams</a:t>
            </a:r>
            <a:endParaRPr lang="en-US" sz="1700" dirty="0"/>
          </a:p>
        </p:txBody>
      </p:sp>
      <p:sp>
        <p:nvSpPr>
          <p:cNvPr id="15" name="Shape 9"/>
          <p:cNvSpPr/>
          <p:nvPr/>
        </p:nvSpPr>
        <p:spPr>
          <a:xfrm>
            <a:off x="640080" y="5212080"/>
            <a:ext cx="594360" cy="594360"/>
          </a:xfrm>
          <a:prstGeom prst="ellipse">
            <a:avLst/>
          </a:prstGeom>
          <a:solidFill>
            <a:srgbClr val="D6E4F0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49240"/>
            <a:ext cx="320040" cy="32004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508760" y="521208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any type of project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37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to run your first review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2103120"/>
            <a:ext cx="502920" cy="502920"/>
          </a:xfrm>
          <a:prstGeom prst="ellipse">
            <a:avLst/>
          </a:prstGeom>
          <a:solidFill>
            <a:srgbClr val="C98A2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17320" y="208483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gstack on your team's chosen platform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971800"/>
            <a:ext cx="502920" cy="502920"/>
          </a:xfrm>
          <a:prstGeom prst="ellipse">
            <a:avLst/>
          </a:prstGeom>
          <a:solidFill>
            <a:srgbClr val="C98A2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295351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PLAN.md for your next real project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840480"/>
            <a:ext cx="502920" cy="502920"/>
          </a:xfrm>
          <a:prstGeom prst="ellipse">
            <a:avLst/>
          </a:prstGeom>
          <a:solidFill>
            <a:srgbClr val="C98A2C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3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382219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all five reviews — solo or split across the team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GSTACK_TEAM_MODE_TUTORIAL.docx  |  MCKINSEY_DOCX_PLAYBOOK.docx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2026-09-02T14:18:05Z</dcterms:created>
  <dcterms:modified xsi:type="dcterms:W3CDTF">2026-09-02T14:18:05Z</dcterms:modified>
</cp:coreProperties>
</file>