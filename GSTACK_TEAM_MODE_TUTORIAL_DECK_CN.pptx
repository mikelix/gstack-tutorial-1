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916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 团队协作模式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基于AI多视角协作的决策优化工作流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429000"/>
            <a:ext cx="5852160" cy="502920"/>
          </a:xfrm>
          <a:prstGeom prst="roundRect">
            <a:avLst>
              <a:gd name="adj" fmla="val 10909"/>
            </a:avLst>
          </a:prstGeom>
          <a:solidFill>
            <a:srgbClr val="C98A2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429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对标顶级咨询公司交付标准 · 制作价值 ¥100,000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FB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教程讲义  |  简体中文版  |  2026年9月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4480560"/>
            <a:ext cx="640080" cy="640080"/>
          </a:xfrm>
          <a:prstGeom prst="ellipse">
            <a:avLst/>
          </a:prstGeom>
          <a:solidFill>
            <a:srgbClr val="1F4E78"/>
          </a:solidFill>
          <a:ln w="12700">
            <a:solidFill>
              <a:srgbClr val="3E669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4608576"/>
            <a:ext cx="384048" cy="384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691640" y="4480560"/>
            <a:ext cx="640080" cy="640080"/>
          </a:xfrm>
          <a:prstGeom prst="ellipse">
            <a:avLst/>
          </a:prstGeom>
          <a:solidFill>
            <a:srgbClr val="1F4E78"/>
          </a:solidFill>
          <a:ln w="12700">
            <a:solidFill>
              <a:srgbClr val="3E66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08576"/>
            <a:ext cx="384048" cy="3840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51760" y="4480560"/>
            <a:ext cx="640080" cy="640080"/>
          </a:xfrm>
          <a:prstGeom prst="ellipse">
            <a:avLst/>
          </a:prstGeom>
          <a:solidFill>
            <a:srgbClr val="1F4E78"/>
          </a:solidFill>
          <a:ln w="12700">
            <a:solidFill>
              <a:srgbClr val="3E669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776" y="4608576"/>
            <a:ext cx="384048" cy="38404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611880" y="4480560"/>
            <a:ext cx="640080" cy="640080"/>
          </a:xfrm>
          <a:prstGeom prst="ellipse">
            <a:avLst/>
          </a:prstGeom>
          <a:solidFill>
            <a:srgbClr val="1F4E78"/>
          </a:solidFill>
          <a:ln w="12700">
            <a:solidFill>
              <a:srgbClr val="3E669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4608576"/>
            <a:ext cx="384048" cy="38404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572000" y="4480560"/>
            <a:ext cx="640080" cy="640080"/>
          </a:xfrm>
          <a:prstGeom prst="ellipse">
            <a:avLst/>
          </a:prstGeom>
          <a:solidFill>
            <a:srgbClr val="1F4E78"/>
          </a:solidFill>
          <a:ln w="12700">
            <a:solidFill>
              <a:srgbClr val="3E6690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608576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七个步骤，从零开始完成一次多视角评审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1600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Gstack 团队协作模式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2860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五大视角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9718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前置条件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6576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安装指南——三大平台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03720" y="1600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三周工作流程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233172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22860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主要优势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301752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29718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后续步骤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五位AI专家，将完整评审周期压缩至11小时的引导式工作流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21945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971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8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专业AI角色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83280" y="19202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219456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2971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8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11小时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352044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总时间投入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7920" y="19202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219456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0" y="2971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8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635508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QA阶段发现的缺陷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9052560" y="19202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820" y="219456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52560" y="2971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8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98/100</a:t>
            </a:r>
            <a:endParaRPr lang="en-US" sz="2600" dirty="0"/>
          </a:p>
        </p:txBody>
      </p:sp>
      <p:sp>
        <p:nvSpPr>
          <p:cNvPr id="18" name="Text 12"/>
          <p:cNvSpPr/>
          <p:nvPr/>
        </p:nvSpPr>
        <p:spPr>
          <a:xfrm>
            <a:off x="918972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最终质量得分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核心结论： </a:t>
            </a:r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个人可独立完成全部评审，团队亦可分工并行——两种路径最终都会生成同样完整的决策记录。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每个角色回答一个单一评审者容易忽略的问题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79576" y="1920240"/>
            <a:ext cx="822960" cy="8229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8483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2608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AI首席执行官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" y="35661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/plan-ceo-review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68680" y="3977640"/>
            <a:ext cx="1444752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11480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这是否是需要解决的正确问题？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34640" y="160020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65576" y="1920240"/>
            <a:ext cx="822960" cy="8229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08483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26080" y="292608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AI项目经理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44368" y="35661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154680" y="3977640"/>
            <a:ext cx="1444752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971800" y="411480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我们该如何分解这项工作？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120640" y="160020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751576" y="1920240"/>
            <a:ext cx="822960" cy="8229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2084832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0" y="292608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AI工程师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230368" y="35661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/plan-eng-review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40680" y="3977640"/>
            <a:ext cx="1444752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257800" y="411480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我们真的能构建它吗？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406640" y="160020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037576" y="1920240"/>
            <a:ext cx="822960" cy="8229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2084832"/>
            <a:ext cx="493776" cy="49377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98080" y="292608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AI质量保证工程师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516368" y="35661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/qa-only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7726680" y="3977640"/>
            <a:ext cx="1444752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543800" y="411480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它能正常运行吗？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9692640" y="160020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10323576" y="1920240"/>
            <a:ext cx="822960" cy="8229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8168" y="2084832"/>
            <a:ext cx="493776" cy="49377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784080" y="292608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AI运维工程师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9802368" y="35661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/ship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10012680" y="3977640"/>
            <a:ext cx="1444752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9829800" y="411480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我们能发布它吗？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五项评审均不负责编写代码——它们规划与验证，而非动手实现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210312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工程师评审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架构获得批准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34290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评审对象是 PLAN.md，而非源代码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392" y="297180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92040" y="210312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C98A2C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7492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开始构建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74920" y="2743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此处才是真正实现的环节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66360" y="34290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3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一次正常的 Claude Code 编码会话——正是容易被忽略的一步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2971800"/>
            <a:ext cx="457200" cy="457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869680" y="210312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05256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评审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052560" y="2743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代码接受测试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9144000" y="34290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评审对象是此刻已经存在的代码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1520" y="4709160"/>
            <a:ext cx="10698480" cy="1417320"/>
          </a:xfrm>
          <a:prstGeom prst="roundRect">
            <a:avLst>
              <a:gd name="adj" fmla="val 3871"/>
            </a:avLst>
          </a:prstGeom>
          <a:solidFill>
            <a:srgbClr val="FFF3E0"/>
          </a:solidFill>
          <a:ln w="19050">
            <a:solidFill>
              <a:srgbClr val="C98A2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05840" y="4983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实践建议：  </a:t>
            </a:r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 /plan-eng-review 给出绿灯后，直接告诉 Claude Code：  </a:t>
            </a:r>
            <a:pPr indent="0" marL="0">
              <a:buNone/>
            </a:pPr>
            <a:r>
              <a:rPr lang="en-US" sz="1400" i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“实现这个计划”</a:t>
            </a:r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或  </a:t>
            </a:r>
            <a:pPr indent="0" marL="0">
              <a:buNone/>
            </a:pPr>
            <a:r>
              <a:rPr lang="en-US" sz="1400" i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“退出计划模式，开始构建。”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最简配置：一个AI平台、Git 与终端环境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必需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已安装以下平台之一：Claude Code、OpenAI Codex 或腾讯 Workbuddy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546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3063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已安装 Git（用于版本控制）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4048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具备基本的命令行操作经验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2628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0160" y="44348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一个用于练习的简单项目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6217920" y="164592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49224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可选——面向团队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46888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账号（用于团队共享代码仓库）</a:t>
            </a:r>
            <a:endParaRPr lang="en-US" sz="12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154680"/>
            <a:ext cx="320040" cy="3200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49440" y="3063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Slack 或 Conductor 工作区</a:t>
            </a:r>
            <a:endParaRPr lang="en-US" sz="12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840480"/>
            <a:ext cx="320040" cy="32004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4944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2-3名团队成员，用于体验真实协作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三大平台，三条路径——选择您团队已在使用的那一个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2057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85800" y="3429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8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约5分钟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85800" y="3886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安装耗时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14400" y="4389120"/>
            <a:ext cx="278892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572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gstack 克隆至 ~/.claude/skills/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205740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Codex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480560" y="3429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8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约10分钟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80560" y="3886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安装耗时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09160" y="4389120"/>
            <a:ext cx="278892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0" y="4572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OPENAI_API_KEY，运行 ./setup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620" y="2057400"/>
            <a:ext cx="731520" cy="7315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 Workbuddy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275320" y="3429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8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约2分钟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275320" y="3886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安装耗时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503920" y="4389120"/>
            <a:ext cx="278892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366760" y="4572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gstack.zip 作为自定义技能上传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 Workbuddy 部署速度最快：压缩包上传，无需API密钥，无额外成本。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三周时间，异步协作为主——无需固定会议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201168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8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606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32918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代码仓库、Conductor 工作区、团队权限</a:t>
            </a:r>
            <a:endParaRPr lang="en-US" sz="1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392" y="342900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92040" y="201168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1F4E78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7492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第二周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74920" y="2606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五轮评审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166360" y="32918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CEO → PM → 工程师 → QA → 运维（可并行执行）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3429000"/>
            <a:ext cx="457200" cy="457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869680" y="201168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05256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8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第三周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052560" y="2606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9144000" y="32918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汇总发现、撰写 LEARNINGS.md、完整决策审计记录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多角度协作，弥补单一评审者的盲区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94360" cy="5943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7373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多角度视角可减少认知盲点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594360" cy="5943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26060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所有决策均记录在审计追踪中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3474720"/>
            <a:ext cx="594360" cy="5943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1188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34747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异步协作，无需开会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40080" y="4343400"/>
            <a:ext cx="594360" cy="5943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48056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43434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可从个人项目扩展至大型团队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40080" y="5212080"/>
            <a:ext cx="594360" cy="5943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924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08760" y="52120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可应用于任何类型的项目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复刻（Fork）代码仓库，然后亲自实践整个工作流程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15087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获得协作者权限（仓库为私有）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3774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github.com/mikelix/gstack-tutorial-1 复刻到您自己的账号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2461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克隆您自己的复刻仓库——而非原始仓库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41148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在克隆的目录中打开您的AI助手（Workbuddy / Claude Code / Codex）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160020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03720" y="15087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向它提问：“检查这个仓库，帮我亲自完成五项评审”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246888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23774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亲自实践完整流程——安装、五项评审、实现代码、提交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333756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32461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可选：链接 “upstream”，以便日后拉取原仓库的更新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遇到问题，或只是照常汇报？请提交每周进度报告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463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提交位置：  </a:t>
            </a:r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github.com/mikelix/gstack-tutorial-1/issues → New Issue → “Weekly Progress Report” 模板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8016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  </a:t>
            </a:r>
            <a:pPr indent="0" marL="0">
              <a:buNone/>
            </a:pPr>
            <a:r>
              <a:rPr lang="en-US" sz="1400" i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请提交到原始仓库的 issues，而非您自己复刻仓库的 issues——那才是导师查看的地方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697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每份报告顶部必须包含以下三项信息：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2918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204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34747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User's Name（姓名）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68680" y="3977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您的全名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434840" y="32918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5204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34747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Project（项目）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663440" y="3977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 Tutorial #1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229600" y="32918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5204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869680" y="34747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Submission Date（日期）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8458200" y="3977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日/月/年，例如 15/10/2026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40080" y="5074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此外还应包含：您的复刻仓库链接、已尝试的方法、具体错误信息（如有），以及下周计划。完整模板：.github/ISSUE_TEMPLATE/weekly_progress_report.md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准备开始您的第一次评审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502920" cy="50292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20848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在团队选定的平台上安装 gstack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9535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为下一个实际项目创建 PLAN.md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502920" cy="50292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8221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完成全部五轮评审——个人独立完成或团队分工协作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参考文档：GSTACK_TEAM_MODE_TUTORIAL_CN.docx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2026-09-03T08:00:30Z</dcterms:created>
  <dcterms:modified xsi:type="dcterms:W3CDTF">2026-09-03T08:00:30Z</dcterms:modified>
</cp:coreProperties>
</file>